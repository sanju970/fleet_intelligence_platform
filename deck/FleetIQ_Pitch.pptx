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7C9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DF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 accuracy</c:v>
                  </c:pt>
                  <c:pt idx="1">
                    <c:v>Grounding (traps caught)</c:v>
                  </c:pt>
                  <c:pt idx="2">
                    <c:v>Content correct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100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DF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8A9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A35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8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5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5486400"/>
          </a:xfrm>
          <a:prstGeom prst="ellipse">
            <a:avLst/>
          </a:prstGeom>
          <a:solidFill>
            <a:srgbClr val="1B2433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BUILDATHON DALLAS 2026  ·  PROBLEM STATEMENT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</a:t>
            </a:r>
            <a:pPr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agent that turns a filing cabinet of trucking paperwork into answers — no hallucinations.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ingested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4206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form types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routes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·  document retrieval  ·  hybrid — every answer cited to source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Trucking carriers run on paper.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fleet generates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documents every week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titles, tax forms, fuel records, registrations, maintenance receipts. They live in filing cabinets, glove boxes, and email threads. Nothing is searchable. Nothing is organized by truck.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6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37360" y="3493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trucks are profitable?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32004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6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0" y="3493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I spend on parts last month?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6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73736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tax form for truck 84?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44348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6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13232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need to renew these plates?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6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Today, none of these can be answered without digging through physical files.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box. Three kinds of answer.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search — it's that different questions need different machinery. FleetIQ routes each 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9260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2700">
            <a:solidFill>
              <a:srgbClr val="4EA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A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totals, costs, due dates over structured fleet records.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5166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A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much on parts last month?"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6517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9260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2700">
            <a:solidFill>
              <a:srgbClr val="57C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quote a specific document from 1,014 scanned files.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5166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"Where's the tax form for truck 8?"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9260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1151C"/>
          </a:solidFill>
          <a:ln w="12700">
            <a:solidFill>
              <a:srgbClr val="C98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lookup AND a document, merged into one grounded answer.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5166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8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"What's due, and what renews it?"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→ route → ground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C2531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"tax form truck 8?"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2834640"/>
            <a:ext cx="640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C2531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picks route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C2531"/>
          </a:solidFill>
          <a:ln w="19050">
            <a:solidFill>
              <a:srgbClr val="4EA1F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fleet.db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6060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C2531"/>
          </a:solidFill>
          <a:ln w="19050">
            <a:solidFill>
              <a:srgbClr val="57C9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C2531"/>
          </a:solidFill>
          <a:ln w="19050">
            <a:solidFill>
              <a:srgbClr val="C98A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both, merged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834640"/>
            <a:ext cx="685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1783080"/>
            <a:ext cx="0" cy="1051560"/>
          </a:xfrm>
          <a:prstGeom prst="line">
            <a:avLst/>
          </a:prstGeom>
          <a:noFill/>
          <a:ln w="12700">
            <a:solidFill>
              <a:srgbClr val="2A35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834640"/>
            <a:ext cx="0" cy="1417320"/>
          </a:xfrm>
          <a:prstGeom prst="line">
            <a:avLst/>
          </a:prstGeom>
          <a:noFill/>
          <a:ln w="12700">
            <a:solidFill>
              <a:srgbClr val="2A35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6060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C2531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0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+ cite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9640" y="1783080"/>
            <a:ext cx="7315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49640" y="3017520"/>
            <a:ext cx="7315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49640" y="4251960"/>
            <a:ext cx="7315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" y="502920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15201A"/>
          </a:solidFill>
          <a:ln w="12700">
            <a:solidFill>
              <a:srgbClr val="57C9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5212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comes only from retrieved evidence — a real SQL row or a real document. If the evidence isn't there, it says "I don't have that" instead of inventing 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1,014 documents. Realistically messy.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12 real carrier forms — Form 2290, IFTA returns, BOLs, ELD logs, DOT medicals. Internally consistent: a truck's VIN matches across its 2290, registration, and invoices.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060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documents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06040" y="3813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messy scans (OCR)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4681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form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5550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 · 90 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mess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352044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fleet paper is photographed and scanned — skewed, stained, stamped, with handwritten notes in the margins.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of our docs are degraded scans that require OCR. A system that survives them is the differentiator — not one that only reads clean text.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MOST TEAMS WON'T SHOW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whether it's right.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20-question gold set across all three routes — including grounding traps where the right answer is "I don't have that." Every answer scored for route accuracy and grounding.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83464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replace with your live numbers at demo time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0" y="2834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5201A"/>
          </a:solidFill>
          <a:ln w="12700">
            <a:solidFill>
              <a:srgbClr val="57C9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0" y="3611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team brings an eval harness.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you can't measure is a demo. An agent with a failure map is engineering. We can tell you exactly where it breaks — and that's the most senior thing in the room.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Production-grade, not a prompt wrapper.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 routing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the messy scans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+ embeddings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retrieval, truck-tagged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fleet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154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Claude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routing, grounded synthesis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2531"/>
          </a:solidFill>
          <a:ln w="12700">
            <a:solidFill>
              <a:srgbClr val="2A354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live 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 the route it took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66344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A1726"/>
          </a:solidFill>
          <a:ln w="12700">
            <a:solidFill>
              <a:srgbClr val="C98A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trucking data is swappable.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53949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classify→route→ground engine answers over enterprise BigQuery (Statement 1) or 400-page manufacturing manuals (Statement 9). One engine, many domains.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7315200" cy="6400800"/>
          </a:xfrm>
          <a:prstGeom prst="ellipse">
            <a:avLst/>
          </a:prstGeom>
          <a:solidFill>
            <a:srgbClr val="1B243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FLEETIQ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filing cabinet to answer.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English. Get a grounded, cited answer — SQL, document, or both. Nothing invented.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1,014 docs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ingested + OCR'd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A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routes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/ doc / hybrid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7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552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measured, not claimed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486400"/>
            <a:ext cx="10515600" cy="0"/>
          </a:xfrm>
          <a:prstGeom prst="line">
            <a:avLst/>
          </a:prstGeom>
          <a:noFill/>
          <a:ln w="12700">
            <a:solidFill>
              <a:srgbClr val="2A35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at Buildathon Dallas 2026  ·  Problem Statement 7  ·  github.com/Nanduu24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FleetIQ — Grounded Fleet Document Agent</dc:title>
  <dc:subject>PptxGenJS Presentation</dc:subject>
  <dc:creator>FleetIQ</dc:creator>
  <cp:lastModifiedBy>FleetIQ</cp:lastModifiedBy>
  <cp:revision>1</cp:revision>
  <dcterms:created xsi:type="dcterms:W3CDTF">2026-06-19T19:56:08Z</dcterms:created>
  <dcterms:modified xsi:type="dcterms:W3CDTF">2026-06-19T19:56:08Z</dcterms:modified>
</cp:coreProperties>
</file>